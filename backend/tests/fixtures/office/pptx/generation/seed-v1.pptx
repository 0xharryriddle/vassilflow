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VFGEN:opening:opening-accent"/>
          <p:cNvSpPr/>
          <p:nvPr/>
        </p:nvSpPr>
        <p:spPr>
          <a:xfrm>
            <a:off x="853440" y="6172200"/>
            <a:ext cx="3048000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VFGEN:opening:opening-title"/>
          <p:cNvSpPr>
            <a:spLocks noGrp="1"/>
          </p:cNvSpPr>
          <p:nvPr>
            <p:ph type="title"/>
          </p:nvPr>
        </p:nvSpPr>
        <p:spPr>
          <a:xfrm>
            <a:off x="1219200" y="2125980"/>
            <a:ext cx="9753599" cy="1371600"/>
          </a:xfrm>
        </p:spPr>
        <p:txBody>
          <a:bodyPr wrap="square" lIns="54864" rIns="54864" tIns="27432" bIns="27432" anchor="ctr"/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Native Generation Corpus</a:t>
            </a:r>
          </a:p>
        </p:txBody>
      </p:sp>
      <p:sp>
        <p:nvSpPr>
          <p:cNvPr id="4" name="VFGEN:opening:opening-subtitle"/>
          <p:cNvSpPr txBox="1"/>
          <p:nvPr/>
        </p:nvSpPr>
        <p:spPr>
          <a:xfrm>
            <a:off x="1950720" y="3771900"/>
            <a:ext cx="8290559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500" b="0">
                <a:solidFill>
                  <a:srgbClr val="111111"/>
                </a:solidFill>
                <a:latin typeface="Arial"/>
              </a:rPr>
              <a:t>Editable objects across native producers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VFGEN:summary:summary-mark"/>
          <p:cNvSpPr/>
          <p:nvPr/>
        </p:nvSpPr>
        <p:spPr>
          <a:xfrm>
            <a:off x="10728959" y="274320"/>
            <a:ext cx="975360" cy="685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VFGEN:summary:summary-titl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59" cy="960120"/>
          </a:xfrm>
        </p:spPr>
        <p:txBody>
          <a:bodyPr wrap="square" lIns="54864" rIns="54864" tIns="27432" bIns="27432" anchor="ctr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Semantic content</a:t>
            </a:r>
          </a:p>
        </p:txBody>
      </p:sp>
      <p:sp>
        <p:nvSpPr>
          <p:cNvPr id="4" name="VFGEN:summary:summary-content"/>
          <p:cNvSpPr txBox="1"/>
          <p:nvPr/>
        </p:nvSpPr>
        <p:spPr>
          <a:xfrm>
            <a:off x="975360" y="1714500"/>
            <a:ext cx="10241279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11111"/>
                </a:solidFill>
                <a:latin typeface="Georgia"/>
              </a:rPr>
              <a:t>Stable intent IDs map to authored object paths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11111"/>
                </a:solidFill>
                <a:latin typeface="Georgia"/>
              </a:rPr>
              <a:t>Native text remains independently editable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11111"/>
                </a:solidFill>
                <a:latin typeface="Georgia"/>
              </a:rPr>
              <a:t>Visual evidence remains bound to one artifact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N:evidence:evidence-titl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59" cy="960120"/>
          </a:xfrm>
        </p:spPr>
        <p:txBody>
          <a:bodyPr wrap="square" lIns="54864" rIns="54864" tIns="27432" bIns="27432" anchor="ctr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Evidence and interpretation</a:t>
            </a:r>
          </a:p>
        </p:txBody>
      </p:sp>
      <p:pic>
        <p:nvPicPr>
          <p:cNvPr id="3" name="VFGEN:evidence:evidence-image" descr="Three colored evidence bands crossed by a white diagonal" title="Three colored evidence bands crossed by a white diagonal"/>
          <p:cNvPicPr>
            <a:picLocks noChangeAspect="1"/>
          </p:cNvPicPr>
          <p:nvPr/>
        </p:nvPicPr>
        <p:blipFill>
          <a:blip r:embed="rId2"/>
          <a:srcRect l="16129" r="16129"/>
          <a:stretch>
            <a:fillRect/>
          </a:stretch>
        </p:blipFill>
        <p:spPr>
          <a:xfrm>
            <a:off x="731520" y="1714500"/>
            <a:ext cx="5120640" cy="4251960"/>
          </a:xfrm>
          <a:prstGeom prst="rect">
            <a:avLst/>
          </a:prstGeom>
        </p:spPr>
      </p:pic>
      <p:sp>
        <p:nvSpPr>
          <p:cNvPr id="4" name="VFGEN:evidence:evidence-notes"/>
          <p:cNvSpPr txBox="1"/>
          <p:nvPr/>
        </p:nvSpPr>
        <p:spPr>
          <a:xfrm>
            <a:off x="6339839" y="1714500"/>
            <a:ext cx="5120640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99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Georgia"/>
              </a:rPr>
              <a:t>The image is embedded, not linked</a:t>
            </a:r>
          </a:p>
          <a:p>
            <a:pPr algn="l">
              <a:lnSpc>
                <a:spcPct val="112000"/>
              </a:lnSpc>
              <a:spcAft>
                <a:spcPts val="99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Georgia"/>
              </a:rPr>
              <a:t>The crop is compiler-owned and deterministic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FGEN:detail:detail-titl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59" cy="960120"/>
          </a:xfrm>
        </p:spPr>
        <p:txBody>
          <a:bodyPr wrap="square" lIns="54864" rIns="54864" tIns="27432" bIns="27432" anchor="ctr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Contained visual evidence</a:t>
            </a:r>
          </a:p>
        </p:txBody>
      </p:sp>
      <p:pic>
        <p:nvPicPr>
          <p:cNvPr id="3" name="VFGEN:detail:detail-image" descr="Complete three-band corpus image with its dark border visible" title="Complete three-band corpus image with its dark border visi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7071359" cy="3977639"/>
          </a:xfrm>
          <a:prstGeom prst="rect">
            <a:avLst/>
          </a:prstGeom>
        </p:spPr>
      </p:pic>
      <p:sp>
        <p:nvSpPr>
          <p:cNvPr id="4" name="VFGEN:detail:detail-caption"/>
          <p:cNvSpPr txBox="1"/>
          <p:nvPr/>
        </p:nvSpPr>
        <p:spPr>
          <a:xfrm>
            <a:off x="8290559" y="1645920"/>
            <a:ext cx="3169920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855"/>
              </a:spcAft>
            </a:pPr>
            <a:r>
              <a:rPr sz="1900" b="0">
                <a:solidFill>
                  <a:srgbClr val="111111"/>
                </a:solidFill>
                <a:latin typeface="Georgia"/>
              </a:rPr>
              <a:t>Contain preserves the complete source image and its border.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VFGEN:closing:closing-mark"/>
          <p:cNvSpPr/>
          <p:nvPr/>
        </p:nvSpPr>
        <p:spPr>
          <a:xfrm>
            <a:off x="243840" y="5623560"/>
            <a:ext cx="1341120" cy="10287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VFGEN:closing:closing-title"/>
          <p:cNvSpPr>
            <a:spLocks noGrp="1"/>
          </p:cNvSpPr>
          <p:nvPr>
            <p:ph type="title"/>
          </p:nvPr>
        </p:nvSpPr>
        <p:spPr>
          <a:xfrm>
            <a:off x="1219200" y="2331720"/>
            <a:ext cx="9753599" cy="1234440"/>
          </a:xfrm>
        </p:spPr>
        <p:txBody>
          <a:bodyPr wrap="square" lIns="54864" rIns="54864" tIns="27432" bIns="27432" anchor="ctr"/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Native generation verified</a:t>
            </a:r>
          </a:p>
        </p:txBody>
      </p:sp>
      <p:sp>
        <p:nvSpPr>
          <p:cNvPr id="4" name="VFGEN:closing:closing-subtitle"/>
          <p:cNvSpPr txBox="1"/>
          <p:nvPr/>
        </p:nvSpPr>
        <p:spPr>
          <a:xfrm>
            <a:off x="2194560" y="3840480"/>
            <a:ext cx="7802879" cy="7543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500" b="0">
                <a:solidFill>
                  <a:srgbClr val="111111"/>
                </a:solidFill>
                <a:latin typeface="Arial"/>
              </a:rPr>
              <a:t>Inspect, render, review, then deliver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Generation Corpus</dc:title>
  <dc:subject>Editable presentation generated by VassilFlow</dc:subject>
  <dc:creator>VassilFlow</dc:creator>
  <cp:keywords/>
  <dc:description>vassilflow-native-pptx v1</dc:description>
  <cp:lastModifiedBy>VassilFlow</cp:lastModifiedBy>
  <cp:revision>1</cp:revision>
  <dcterms:created xsi:type="dcterms:W3CDTF">2000-01-01T00:00:00Z</dcterms:created>
  <dcterms:modified xsi:type="dcterms:W3CDTF">2000-01-01T00:00:00Z</dcterms:modified>
  <cp:category/>
</cp:coreProperties>
</file>
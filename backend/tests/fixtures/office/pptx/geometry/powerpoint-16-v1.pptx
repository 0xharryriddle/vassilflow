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GEOM:TITLE:NESTED_GROUP_TRANSFORM"/>
          <p:cNvSpPr>
            <a:spLocks noGrp="1"/>
          </p:cNvSpPr>
          <p:nvPr>
            <p:ph type="title"/>
          </p:nvPr>
        </p:nvSpPr>
        <p:spPr>
          <a:xfrm>
            <a:off x="7543800" y="228600"/>
            <a:ext cx="4114800" cy="548640"/>
          </a:xfrm>
        </p:spPr>
        <p:txBody>
          <a:bodyPr/>
          <a:lstStyle/>
          <a:p>
            <a:pPr>
              <a:defRPr sz="2400" b="1">
                <a:solidFill>
                  <a:srgbClr val="17212B"/>
                </a:solidFill>
                <a:latin typeface="Arial"/>
              </a:defRPr>
            </a:pPr>
            <a:r>
              <a:t>Nested group transform</a:t>
            </a:r>
          </a:p>
        </p:txBody>
      </p:sp>
      <p:sp>
        <p:nvSpPr>
          <p:cNvPr id="3" name="VFGEOM:LABEL:8_X_4_INCH_PICTURE_FRAME;_12.5%_CLIPPED"/>
          <p:cNvSpPr txBox="1"/>
          <p:nvPr/>
        </p:nvSpPr>
        <p:spPr>
          <a:xfrm>
            <a:off x="7589520" y="96012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16F"/>
                </a:solidFill>
                <a:latin typeface="Arial"/>
              </a:defRPr>
            </a:pPr>
            <a:r>
              <a:t>8 x 4 inch picture frame; 12.5% clipped</a:t>
            </a:r>
          </a:p>
        </p:txBody>
      </p:sp>
      <p:grpSp>
        <p:nvGrpSpPr>
          <p:cNvPr id="4" name="VF_GEOM_NESTED_OUTER"/>
          <p:cNvGrpSpPr/>
          <p:nvPr/>
        </p:nvGrpSpPr>
        <p:grpSpPr>
          <a:xfrm rot="5400000" flipH="1">
            <a:off x="1828800" y="914400"/>
            <a:ext cx="7315200" cy="3657600"/>
            <a:chOff x="0" y="0"/>
            <a:chExt cx="3657600" cy="1828800"/>
          </a:xfrm>
        </p:grpSpPr>
        <p:grpSp>
          <p:nvGrpSpPr>
            <p:cNvPr id="5" name="VF_GEOM_NESTED_INNER"/>
            <p:cNvGrpSpPr/>
            <p:nvPr/>
          </p:nvGrpSpPr>
          <p:grpSpPr>
            <a:xfrm flipV="1">
              <a:off x="0" y="0"/>
              <a:ext cx="3657600" cy="1828800"/>
              <a:chOff x="0" y="0"/>
              <a:chExt cx="1828800" cy="914400"/>
            </a:xfrm>
          </p:grpSpPr>
          <p:pic>
            <p:nvPicPr>
              <p:cNvPr id="6" name="VF_GEOM_NESTED_PICTURE" descr="Nested picture transformed by two groups and clipped at the top slide edge" title="Nested picture transformed by two groups and clipped at the top slide edge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1828800" cy="9144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GEOM:TITLE:SLIDE_BOUNDARY_EVIDENCE"/>
          <p:cNvSpPr>
            <a:spLocks noGrp="1"/>
          </p:cNvSpPr>
          <p:nvPr>
            <p:ph type="title"/>
          </p:nvPr>
        </p:nvSpPr>
        <p:spPr>
          <a:xfrm>
            <a:off x="502920" y="228600"/>
            <a:ext cx="11155680" cy="548640"/>
          </a:xfrm>
        </p:spPr>
        <p:txBody>
          <a:bodyPr/>
          <a:lstStyle/>
          <a:p>
            <a:pPr>
              <a:defRPr sz="2400" b="1">
                <a:solidFill>
                  <a:srgbClr val="17212B"/>
                </a:solidFill>
                <a:latin typeface="Arial"/>
              </a:defRPr>
            </a:pPr>
            <a:r>
              <a:t>Slide boundary evidence</a:t>
            </a:r>
          </a:p>
        </p:txBody>
      </p:sp>
      <p:sp>
        <p:nvSpPr>
          <p:cNvPr id="3" name="VFGEOM:LABEL:ONE_FRAME_IS_FULLY_OUTSIDE;_ONE_IS_25%_CLIPPED"/>
          <p:cNvSpPr txBox="1"/>
          <p:nvPr/>
        </p:nvSpPr>
        <p:spPr>
          <a:xfrm>
            <a:off x="502920" y="914400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16F"/>
                </a:solidFill>
                <a:latin typeface="Arial"/>
              </a:defRPr>
            </a:pPr>
            <a:r>
              <a:t>One frame is fully outside; one is 25% clipped</a:t>
            </a:r>
          </a:p>
        </p:txBody>
      </p:sp>
      <p:pic>
        <p:nvPicPr>
          <p:cNvPr id="4" name="VF_GEOM_OUTSIDE_PICTURE" descr="Picture frame positioned fully beyond the left slide edge" title="Picture frame positioned fully beyond the left slide e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00" y="1828800"/>
            <a:ext cx="914400" cy="914400"/>
          </a:xfrm>
          <a:prstGeom prst="rect">
            <a:avLst/>
          </a:prstGeom>
        </p:spPr>
      </p:pic>
      <p:pic>
        <p:nvPicPr>
          <p:cNvPr id="5" name="VF_GEOM_CLIPPED_PICTURE" descr="Picture frame positioned one quarter beyond the left slide edge" title="Picture frame positioned one quarter beyond the left slide ed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29718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GEOM:TITLE:CHILD_OFFSET_AND_ROTATION"/>
          <p:cNvSpPr>
            <a:spLocks noGrp="1"/>
          </p:cNvSpPr>
          <p:nvPr>
            <p:ph type="title"/>
          </p:nvPr>
        </p:nvSpPr>
        <p:spPr>
          <a:xfrm>
            <a:off x="502920" y="228600"/>
            <a:ext cx="11155680" cy="548640"/>
          </a:xfrm>
        </p:spPr>
        <p:txBody>
          <a:bodyPr/>
          <a:lstStyle/>
          <a:p>
            <a:pPr>
              <a:defRPr sz="2400" b="1">
                <a:solidFill>
                  <a:srgbClr val="17212B"/>
                </a:solidFill>
                <a:latin typeface="Arial"/>
              </a:defRPr>
            </a:pPr>
            <a:r>
              <a:t>Child offset and rotation</a:t>
            </a:r>
          </a:p>
        </p:txBody>
      </p:sp>
      <p:sp>
        <p:nvSpPr>
          <p:cNvPr id="3" name="VFGEOM:LABEL:NON-ZERO_CHOFF_MAPS_A_6_X_4_CHILD_BOX_INTO_A_ROTATED_3_X_2_FRAME"/>
          <p:cNvSpPr txBox="1"/>
          <p:nvPr/>
        </p:nvSpPr>
        <p:spPr>
          <a:xfrm>
            <a:off x="502920" y="914400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16F"/>
                </a:solidFill>
                <a:latin typeface="Arial"/>
              </a:defRPr>
            </a:pPr>
            <a:r>
              <a:t>Non-zero chOff maps a 6 x 4 child box into a rotated 3 x 2 frame</a:t>
            </a:r>
          </a:p>
        </p:txBody>
      </p:sp>
      <p:grpSp>
        <p:nvGrpSpPr>
          <p:cNvPr id="4" name="VF_GEOM_OFFSET_GROUP"/>
          <p:cNvGrpSpPr/>
          <p:nvPr/>
        </p:nvGrpSpPr>
        <p:grpSpPr>
          <a:xfrm rot="1800000">
            <a:off x="6400800" y="3200400"/>
            <a:ext cx="2743200" cy="1828800"/>
            <a:chOff x="914400" y="1828800"/>
            <a:chExt cx="5486400" cy="3657600"/>
          </a:xfrm>
        </p:grpSpPr>
        <p:pic>
          <p:nvPicPr>
            <p:cNvPr id="5" name="VF_GEOM_OFFSET_PICTURE" descr="Picture filling a non-zero child coordinate box inside a rotated group" title="Picture filling a non-zero child coordinate box inside a rotated group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828800"/>
              <a:ext cx="5486400" cy="3657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Nested group transform</vt:lpstr>
      <vt:lpstr>Slide boundary evidence</vt:lpstr>
      <vt:lpstr>Child offset and rotation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Geometry Corpus</dc:title>
  <dc:subject>Native grouped geometry and clipping evidence</dc:subject>
  <dc:creator>VassilFlow</dc:creator>
  <cp:keywords/>
  <dc:description>vassilflow-pptx-geometry-corpus-v1</dc:description>
  <cp:lastModifiedBy>Office</cp:lastModifiedBy>
  <cp:revision>1</cp:revision>
  <dcterms:created xsi:type="dcterms:W3CDTF">2026-07-17T00:00:00Z</dcterms:created>
  <dcterms:modified xsi:type="dcterms:W3CDTF">2026-07-16T23:43:28Z</dcterms:modified>
  <cp:category/>
</cp:coreProperties>
</file>